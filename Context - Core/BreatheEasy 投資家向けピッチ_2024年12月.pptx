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960120"/>
            <a:ext cx="3200400" cy="3200400"/>
          </a:xfrm>
          <a:prstGeom prst="ellipse">
            <a:avLst/>
          </a:prstGeom>
          <a:ln w="15875">
            <a:solidFill>
              <a:srgbClr val="5EEAD4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0" y="1371600"/>
            <a:ext cx="2377440" cy="2377440"/>
          </a:xfrm>
          <a:prstGeom prst="ellipse">
            <a:avLst/>
          </a:prstGeom>
          <a:ln w="15875">
            <a:solidFill>
              <a:srgbClr val="5EEA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1783080"/>
            <a:ext cx="1554480" cy="1554480"/>
          </a:xfrm>
          <a:prstGeom prst="ellipse">
            <a:avLst/>
          </a:prstGeom>
          <a:ln w="15875">
            <a:solidFill>
              <a:srgbClr val="5EEAD4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2148840"/>
            <a:ext cx="822960" cy="822960"/>
          </a:xfrm>
          <a:prstGeom prst="ellipse">
            <a:avLst/>
          </a:prstGeom>
          <a:solidFill>
            <a:srgbClr val="5EEAD4">
              <a:alpha val="9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2304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BreatheEasy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58368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EA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呼吸から始める、こころのセルフケア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5800" y="2880360"/>
            <a:ext cx="100584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063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シードラウンド 資金調達のご案内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株式会社BreatheEasy</a:t>
            </a:r>
            <a:pPr indent="0" marL="0">
              <a:buNone/>
            </a:pPr>
            <a:r>
              <a:rPr lang="en-US" sz="1300" dirty="0">
                <a:solidFill>
                  <a:srgbClr val="9FD6C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 2024年12月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日本人は「休み方」を忘れかけている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66928" cy="56692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0853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慢性的なストレス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05409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働く世代の多くが、強い不安やストレスを日常的に抱えている。心の不調は年々身近な問題に。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2011680"/>
            <a:ext cx="566928" cy="56692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301" y="20853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深刻な睡眠不足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600" y="305409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日本の平均睡眠時間はOECDでも最短水準。「眠れない」「疲れが取れない」が当たり前になっている。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0528" y="2011680"/>
            <a:ext cx="566928" cy="56692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229" y="208538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ケアへの高いハードル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0528" y="305409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専門的なメンタルケアは、費用・時間・心理的なためらいから、多くの人にとって遠い存在のまま。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8046720" cy="621792"/>
          </a:xfrm>
          <a:prstGeom prst="roundRect">
            <a:avLst>
              <a:gd name="adj" fmla="val 11765"/>
            </a:avLst>
          </a:prstGeom>
          <a:solidFill>
            <a:srgbClr val="ECFDF7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411480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空白地帯　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毎日つかえて、軽くて、続けられる「セルフケアの習慣」が、まだ誰にも届いていない。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ソリューション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ポケットの中の、呼吸コーチ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2788920"/>
          </a:xfrm>
          <a:prstGeom prst="roundRect">
            <a:avLst>
              <a:gd name="adj" fmla="val 2951"/>
            </a:avLst>
          </a:prstGeom>
          <a:solidFill>
            <a:srgbClr val="0B3B39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0E4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BreatheEasy アプリ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科学的な呼吸法（ブレスワーク）をベースにした、iOS / Android 向けのメンタルウェルネスアプリ。3分の呼吸から、無理なく続けられる。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23360" y="1737360"/>
            <a:ext cx="45720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1847088"/>
            <a:ext cx="384048" cy="38404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166" y="1897014"/>
            <a:ext cx="284196" cy="2841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1801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ガイド付き呼吸エクササイズ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36592" y="20665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落ち着き・集中・入眠など、目的別のプログラム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023360" y="2423160"/>
            <a:ext cx="45720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06240" y="2532888"/>
            <a:ext cx="384048" cy="38404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166" y="2582814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6592" y="2487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睡眠サウンドスケープ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736592" y="27523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眠りにつくための音と呼吸のガイド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023360" y="3108960"/>
            <a:ext cx="45720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06240" y="3218688"/>
            <a:ext cx="384048" cy="38404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166" y="3268614"/>
            <a:ext cx="284196" cy="2841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6592" y="3172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ストレスチェックイン &amp; 記録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36592" y="34381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毎日の状態を可視化し、変化を実感できる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023360" y="3794760"/>
            <a:ext cx="45720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06240" y="3904488"/>
            <a:ext cx="384048" cy="384048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166" y="3954414"/>
            <a:ext cx="284196" cy="2841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36592" y="3858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パーソナライズド・プログラム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36592" y="41239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使うほど、その人に合った内容へ最適化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0233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差別化：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根拠ある呼吸法 × 続くUX × 日本語ネイティブ設計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市場・ビジネスモデル・初期トラクション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小さく始めて、習慣で伸ばす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ビジネスモデル：フリーミアム → サブスク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ECFD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無料で獲得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48840" y="2660904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233172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ECFDF7"/>
          </a:solidFill>
          <a:ln/>
        </p:spPr>
      </p:sp>
      <p:sp>
        <p:nvSpPr>
          <p:cNvPr id="10" name="Text 8"/>
          <p:cNvSpPr/>
          <p:nvPr/>
        </p:nvSpPr>
        <p:spPr>
          <a:xfrm>
            <a:off x="2404872" y="2331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価値を実感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76472" y="2660904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32504" y="233172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032504" y="2331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月額1,000円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3625596"/>
            <a:ext cx="338328" cy="3383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53312" y="3584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市場機会（当社推計）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39776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ストレス・睡眠に悩む20〜40代の働く世代は国内で数千万人規模。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デジタルなセルフケア習慣はまだ普及初期で、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先行できる余地が大きい。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06440" y="1783080"/>
            <a:ext cx="2788920" cy="2953512"/>
          </a:xfrm>
          <a:prstGeom prst="roundRect">
            <a:avLst>
              <a:gd name="adj" fmla="val 2951"/>
            </a:avLst>
          </a:prstGeom>
          <a:solidFill>
            <a:srgbClr val="0B3B39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3504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初期トラクション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350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6C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正式ローンチ前（クローズドβ）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350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3,200件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035040" y="3054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事前登録（ウェイトリスト）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35040" y="3355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150名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035040" y="3758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クローズドβ参加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035040" y="40599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45%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035040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β利用者の30日継続率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チームと調達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この仲間で、習慣をつくる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977640" cy="1115568"/>
          </a:xfrm>
          <a:prstGeom prst="roundRect">
            <a:avLst>
              <a:gd name="adj" fmla="val 6557"/>
            </a:avLst>
          </a:prstGeom>
          <a:solidFill>
            <a:srgbClr val="0E4B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83664"/>
            <a:ext cx="676656" cy="6766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山口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91056" y="1847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山口 エミリー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91056" y="21579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代表取締役CEO / 共同創業者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91056" y="23957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元・ヘルスケア企業 事業開発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977640" cy="1115568"/>
          </a:xfrm>
          <a:prstGeom prst="roundRect">
            <a:avLst>
              <a:gd name="adj" fmla="val 6557"/>
            </a:avLst>
          </a:prstGeom>
          <a:solidFill>
            <a:srgbClr val="0E4B4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63824"/>
            <a:ext cx="676656" cy="6766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6382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1056" y="31272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 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91056" y="34381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取締役CTO / 共同創業者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91056" y="36758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F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元・メガベンチャー バックエンド/インフラ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D6C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 エンジニア・デザイナーの少数精鋭チーム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664208"/>
            <a:ext cx="379476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1847088"/>
            <a:ext cx="530352" cy="530352"/>
          </a:xfrm>
          <a:prstGeom prst="ellipse">
            <a:avLst/>
          </a:prstGeom>
          <a:solidFill>
            <a:srgbClr val="ECFDF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8146" y="1916034"/>
            <a:ext cx="392460" cy="3924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6928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調達のお願い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2487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1.5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億円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5029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シードラウンド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0" y="33649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プロダクト開発と正式ローンチ（2025年）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ユーザー獲得とブランド認知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コアチームの拡大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590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マイルストーン　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2025年 正式ローンチ  →  MAU 10万  →  2026年 収益化スタート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BreatheEasy シードピッチ</dc:title>
  <dc:subject>PptxGenJS Presentation</dc:subject>
  <dc:creator>BreatheEasy</dc:creator>
  <cp:lastModifiedBy>BreatheEasy</cp:lastModifiedBy>
  <cp:revision>1</cp:revision>
  <dcterms:created xsi:type="dcterms:W3CDTF">2026-07-02T05:13:52Z</dcterms:created>
  <dcterms:modified xsi:type="dcterms:W3CDTF">2026-07-02T05:13:52Z</dcterms:modified>
</cp:coreProperties>
</file>